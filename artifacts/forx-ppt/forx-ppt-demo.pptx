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customXml" Target="../customXml/forx-ppt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 wrap="square" lIns="64008" rIns="64008" tIns="36576" bIns="36576"/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sz="2000" b="0">
                <a:solidFill>
                  <a:schemeClr val="tx1"/>
                </a:solidFill>
                <a:latin typeface="+mn-lt"/>
                <a:ea typeface="+mn-ea"/>
              </a:rPr>
              <a:t>示例数据，可编辑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示例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</c:spPr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20.0</c:v>
                </c:pt>
                <c:pt idx="1">
                  <c:v>35.0</c:v>
                </c:pt>
                <c:pt idx="2">
                  <c:v>28.0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chemeClr val="tx1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chemeClr val="tx1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001_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001_title"/>
          <p:cNvSpPr>
            <a:spLocks noGrp="1"/>
          </p:cNvSpPr>
          <p:nvPr>
            <p:ph type="title" idx="0"/>
          </p:nvPr>
        </p:nvSpPr>
        <p:spPr>
          <a:xfrm>
            <a:off x="731520" y="1828800"/>
            <a:ext cx="10728959" cy="1371600"/>
          </a:xfrm>
        </p:spPr>
        <p:txBody>
          <a:bodyPr wrap="square" lIns="64008" rIns="64008" tIns="36576" bIns="36576"/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/>
              <a:t/>
            </a:r>
            <a:endParaRPr lang="en-US"/>
          </a:p>
        </p:txBody>
      </p:sp>
      <p:sp>
        <p:nvSpPr>
          <p:cNvPr id="3" name="L001_body"/>
          <p:cNvSpPr>
            <a:spLocks noGrp="1"/>
          </p:cNvSpPr>
          <p:nvPr>
            <p:ph idx="1" type="body"/>
          </p:nvPr>
        </p:nvSpPr>
        <p:spPr>
          <a:xfrm>
            <a:off x="777240" y="3474720"/>
            <a:ext cx="10637519" cy="1280160"/>
          </a:xfrm>
        </p:spPr>
        <p:txBody>
          <a:bodyPr wrap="square" lIns="64008" rIns="64008" tIns="36576" bIns="36576"/>
          <a:lstStyle/>
          <a:p>
            <a:pPr lvl="0">
              <a:lnSpc>
                <a:spcPct val="120000"/>
              </a:lnSpc>
              <a:spcAft>
                <a:spcPts val="0"/>
              </a:spcAft>
            </a:pPr>
            <a:r>
              <a:rPr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002_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002_title"/>
          <p:cNvSpPr>
            <a:spLocks noGrp="1"/>
          </p:cNvSpPr>
          <p:nvPr>
            <p:ph type="title" idx="0"/>
          </p:nvPr>
        </p:nvSpPr>
        <p:spPr>
          <a:xfrm>
            <a:off x="548640" y="640080"/>
            <a:ext cx="11094719" cy="777240"/>
          </a:xfrm>
        </p:spPr>
        <p:txBody>
          <a:bodyPr wrap="square" lIns="64008" rIns="64008" tIns="36576" bIns="36576"/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/>
              <a:t/>
            </a:r>
            <a:endParaRPr lang="en-US"/>
          </a:p>
        </p:txBody>
      </p:sp>
      <p:sp>
        <p:nvSpPr>
          <p:cNvPr id="3" name="L002_body"/>
          <p:cNvSpPr>
            <a:spLocks noGrp="1"/>
          </p:cNvSpPr>
          <p:nvPr>
            <p:ph idx="1" type="body"/>
          </p:nvPr>
        </p:nvSpPr>
        <p:spPr>
          <a:xfrm>
            <a:off x="731520" y="1828800"/>
            <a:ext cx="10728959" cy="4114800"/>
          </a:xfrm>
        </p:spPr>
        <p:txBody>
          <a:bodyPr wrap="square" lIns="64008" rIns="64008" tIns="36576" bIns="36576"/>
          <a:lstStyle/>
          <a:p>
            <a:pPr lvl="0">
              <a:lnSpc>
                <a:spcPct val="120000"/>
              </a:lnSpc>
              <a:spcAft>
                <a:spcPts val="0"/>
              </a:spcAft>
            </a:pPr>
            <a:r>
              <a:rPr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003_标题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003_title"/>
          <p:cNvSpPr>
            <a:spLocks noGrp="1"/>
          </p:cNvSpPr>
          <p:nvPr>
            <p:ph type="title" idx="0"/>
          </p:nvPr>
        </p:nvSpPr>
        <p:spPr>
          <a:xfrm>
            <a:off x="548640" y="640080"/>
            <a:ext cx="11094719" cy="777240"/>
          </a:xfrm>
        </p:spPr>
        <p:txBody>
          <a:bodyPr wrap="square" lIns="64008" rIns="64008" tIns="36576" bIns="36576"/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/>
              <a:t/>
            </a:r>
            <a:endParaRPr lang="en-US"/>
          </a:p>
        </p:txBody>
      </p:sp>
      <p:sp>
        <p:nvSpPr>
          <p:cNvPr id="3" name="L003_body"/>
          <p:cNvSpPr>
            <a:spLocks noGrp="1"/>
          </p:cNvSpPr>
          <p:nvPr>
            <p:ph idx="1" type="body"/>
          </p:nvPr>
        </p:nvSpPr>
        <p:spPr>
          <a:xfrm>
            <a:off x="548640" y="1737360"/>
            <a:ext cx="11094719" cy="4297680"/>
          </a:xfrm>
        </p:spPr>
        <p:txBody>
          <a:bodyPr wrap="square" lIns="64008" rIns="64008" tIns="36576" bIns="36576"/>
          <a:lstStyle/>
          <a:p>
            <a:pPr lvl="0">
              <a:lnSpc>
                <a:spcPct val="120000"/>
              </a:lnSpc>
              <a:spcAft>
                <a:spcPts val="0"/>
              </a:spcAft>
            </a:pPr>
            <a:r>
              <a:rPr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004_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004_title"/>
          <p:cNvSpPr>
            <a:spLocks noGrp="1"/>
          </p:cNvSpPr>
          <p:nvPr>
            <p:ph type="title" idx="0"/>
          </p:nvPr>
        </p:nvSpPr>
        <p:spPr>
          <a:xfrm>
            <a:off x="548640" y="640080"/>
            <a:ext cx="11094719" cy="777240"/>
          </a:xfrm>
        </p:spPr>
        <p:txBody>
          <a:bodyPr wrap="square" lIns="64008" rIns="64008" tIns="36576" bIns="36576"/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/>
              <a:t/>
            </a:r>
            <a:endParaRPr lang="en-US"/>
          </a:p>
        </p:txBody>
      </p:sp>
      <p:sp>
        <p:nvSpPr>
          <p:cNvPr id="3" name="L004_body"/>
          <p:cNvSpPr>
            <a:spLocks noGrp="1"/>
          </p:cNvSpPr>
          <p:nvPr>
            <p:ph idx="1" type="body"/>
          </p:nvPr>
        </p:nvSpPr>
        <p:spPr>
          <a:xfrm>
            <a:off x="548640" y="1737360"/>
            <a:ext cx="5273039" cy="4297680"/>
          </a:xfrm>
        </p:spPr>
        <p:txBody>
          <a:bodyPr wrap="square" lIns="64008" rIns="64008" tIns="36576" bIns="36576"/>
          <a:lstStyle/>
          <a:p>
            <a:pPr lvl="0">
              <a:lnSpc>
                <a:spcPct val="120000"/>
              </a:lnSpc>
              <a:spcAft>
                <a:spcPts val="0"/>
              </a:spcAft>
            </a:pPr>
            <a:r>
              <a:rPr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L005_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005_title"/>
          <p:cNvSpPr>
            <a:spLocks noGrp="1"/>
          </p:cNvSpPr>
          <p:nvPr>
            <p:ph type="title" idx="0"/>
          </p:nvPr>
        </p:nvSpPr>
        <p:spPr>
          <a:xfrm>
            <a:off x="731520" y="2286000"/>
            <a:ext cx="10728959" cy="1371600"/>
          </a:xfrm>
        </p:spPr>
        <p:txBody>
          <a:bodyPr wrap="square" lIns="64008" rIns="64008" tIns="36576" bIns="36576"/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/>
              <a:t/>
            </a:r>
            <a:endParaRPr lang="en-US"/>
          </a:p>
        </p:txBody>
      </p:sp>
      <p:sp>
        <p:nvSpPr>
          <p:cNvPr id="3" name="L005_body"/>
          <p:cNvSpPr>
            <a:spLocks noGrp="1"/>
          </p:cNvSpPr>
          <p:nvPr>
            <p:ph idx="1" type="body"/>
          </p:nvPr>
        </p:nvSpPr>
        <p:spPr>
          <a:xfrm>
            <a:off x="777240" y="3840480"/>
            <a:ext cx="10637519" cy="914400"/>
          </a:xfrm>
        </p:spPr>
        <p:txBody>
          <a:bodyPr wrap="square" lIns="64008" rIns="64008" tIns="36576" bIns="36576"/>
          <a:lstStyle/>
          <a:p>
            <a:pPr lvl="0">
              <a:lnSpc>
                <a:spcPct val="120000"/>
              </a:lnSpc>
              <a:spcAft>
                <a:spcPts val="0"/>
              </a:spcAft>
            </a:pPr>
            <a:r>
              <a:rPr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147483654" name="E0001_品牌标识"/>
          <p:cNvSpPr txBox="1"/>
          <p:nvPr/>
        </p:nvSpPr>
        <p:spPr>
          <a:xfrm>
            <a:off x="10271759" y="137160"/>
            <a:ext cx="1371600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lIns="64008" rIns="64008" tIns="36576" bIns="36576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chemeClr val="accent3"/>
                </a:solidFill>
                <a:latin typeface="+mn-lt"/>
                <a:ea typeface="+mn-ea"/>
              </a:rPr>
              <a:t>FORX</a:t>
            </a:r>
          </a:p>
        </p:txBody>
      </p:sp>
      <p:sp>
        <p:nvSpPr>
          <p:cNvPr id="2147483655" name="E0002_页脚"/>
          <p:cNvSpPr txBox="1"/>
          <p:nvPr/>
        </p:nvSpPr>
        <p:spPr>
          <a:xfrm>
            <a:off x="548640" y="6446520"/>
            <a:ext cx="11094719" cy="274320"/>
          </a:xfrm>
          <a:prstGeom prst="rect">
            <a:avLst/>
          </a:prstGeom>
          <a:noFill/>
          <a:ln w="12700">
            <a:noFill/>
          </a:ln>
        </p:spPr>
        <p:txBody>
          <a:bodyPr wrap="square" lIns="64008" rIns="64008" tIns="36576" bIns="36576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chemeClr val="accent3"/>
                </a:solidFill>
                <a:latin typeface="+mn-lt"/>
                <a:ea typeface="+mn-ea"/>
              </a:rPr>
              <a:t>ForX PPT 插件示例 · 数据仅作演示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marL="0" indent="0">
        <a:buNone/>
        <a:defRPr sz="3200" b="1">
          <a:solidFill>
            <a:schemeClr val="tx1"/>
          </a:solidFill>
        </a:defRPr>
      </a:lvl1pPr>
    </p:titleStyle>
    <p:bodyStyle>
      <a:lvl1pPr marL="0" indent="0">
        <a:buNone/>
        <a:defRPr sz="2000" b="0">
          <a:solidFill>
            <a:schemeClr val="tx1"/>
          </a:solidFill>
        </a:defRPr>
      </a:lvl1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01_ForX PPT 对话创作">
    <p:spTree>
      <p:nvGrpSpPr>
        <p:cNvPr id="1" name=""/>
        <p:cNvGrpSpPr/>
        <p:nvPr/>
      </p:nvGrpSpPr>
      <p:grpSpPr/>
      <p:sp>
        <p:nvSpPr>
          <p:cNvPr id="2" name="E0003_主标题"/>
          <p:cNvSpPr>
            <a:spLocks noGrp="1"/>
          </p:cNvSpPr>
          <p:nvPr>
            <p:ph type="title"/>
          </p:nvPr>
        </p:nvSpPr>
        <p:spPr/>
        <p:txBody>
          <a:bodyPr wrap="square" lIns="64008" rIns="64008" tIns="36576" bIns="36576"/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/>
              <a:t>ForX PPT 对话创作</a:t>
            </a:r>
          </a:p>
        </p:txBody>
      </p:sp>
      <p:sp>
        <p:nvSpPr>
          <p:cNvPr id="3" name="E0004_正文"/>
          <p:cNvSpPr>
            <a:spLocks noGrp="1"/>
          </p:cNvSpPr>
          <p:nvPr>
            <p:ph type="body" idx="1"/>
          </p:nvPr>
        </p:nvSpPr>
        <p:spPr/>
        <p:txBody>
          <a:bodyPr wrap="square" lIns="64008" rIns="64008" tIns="36576" bIns="36576"/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/>
              <a:t>稳定编号与精准修改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/>
              <a:t>母版联动与主题切换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/>
              <a:t>导出可继续编辑的 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02_通过编号持续修改">
    <p:spTree>
      <p:nvGrpSpPr>
        <p:cNvPr id="1" name=""/>
        <p:cNvGrpSpPr/>
        <p:nvPr/>
      </p:nvGrpSpPr>
      <p:grpSpPr/>
      <p:sp>
        <p:nvSpPr>
          <p:cNvPr id="2" name="E0005_主标题"/>
          <p:cNvSpPr>
            <a:spLocks noGrp="1"/>
          </p:cNvSpPr>
          <p:nvPr>
            <p:ph type="title"/>
          </p:nvPr>
        </p:nvSpPr>
        <p:spPr/>
        <p:txBody>
          <a:bodyPr wrap="square" lIns="64008" rIns="64008" tIns="36576" bIns="36576"/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/>
              <a:t>通过编号持续修改</a:t>
            </a:r>
          </a:p>
        </p:txBody>
      </p:sp>
      <p:sp>
        <p:nvSpPr>
          <p:cNvPr id="3" name="E0006_正文"/>
          <p:cNvSpPr>
            <a:spLocks noGrp="1"/>
          </p:cNvSpPr>
          <p:nvPr>
            <p:ph type="body" idx="1"/>
          </p:nvPr>
        </p:nvSpPr>
        <p:spPr/>
        <p:txBody>
          <a:bodyPr wrap="square" lIns="64008" rIns="64008" tIns="36576" bIns="36576"/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/>
              <a:t>每个页面具有稳定的 S 编号。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/>
              <a:t>每个元素具有文稿内唯一的 E 编号。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/>
              <a:t>重排页面后，仍可引用原元素编号。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/>
              <a:t>母版修改保留本页明确设置的样式。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03_原生表格与图表">
    <p:spTree>
      <p:nvGrpSpPr>
        <p:cNvPr id="1" name=""/>
        <p:cNvGrpSpPr/>
        <p:nvPr/>
      </p:nvGrpSpPr>
      <p:grpSpPr/>
      <p:sp>
        <p:nvSpPr>
          <p:cNvPr id="2" name="E0007_主标题"/>
          <p:cNvSpPr>
            <a:spLocks noGrp="1"/>
          </p:cNvSpPr>
          <p:nvPr>
            <p:ph type="title"/>
          </p:nvPr>
        </p:nvSpPr>
        <p:spPr/>
        <p:txBody>
          <a:bodyPr wrap="square" lIns="64008" rIns="64008" tIns="36576" bIns="36576"/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/>
              <a:t>原生表格与图表</a:t>
            </a:r>
          </a:p>
        </p:txBody>
      </p:sp>
      <p:graphicFrame>
        <p:nvGraphicFramePr>
          <p:cNvPr id="3" name="E0008_示例数据表"/>
          <p:cNvGraphicFramePr>
            <a:graphicFrameLocks noGrp="1"/>
          </p:cNvGraphicFramePr>
          <p:nvPr/>
        </p:nvGraphicFramePr>
        <p:xfrm>
          <a:off x="548640" y="1828800"/>
          <a:ext cx="4023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</a:tblGrid>
              <a:tr h="685800">
                <a:tc>
                  <a:txBody>
                    <a:bodyPr wrap="square" lIns="64008" rIns="64008" tIns="36576" bIns="36576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分类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 wrap="square" lIns="64008" rIns="64008" tIns="36576" bIns="36576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示例数值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685800">
                <a:tc>
                  <a:txBody>
                    <a:bodyPr wrap="square" lIns="64008" rIns="64008" tIns="36576" bIns="36576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A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 wrap="square" lIns="64008" rIns="64008" tIns="36576" bIns="36576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20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</a:tr>
              <a:tr h="685800">
                <a:tc>
                  <a:txBody>
                    <a:bodyPr wrap="square" lIns="64008" rIns="64008" tIns="36576" bIns="36576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B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 wrap="square" lIns="64008" rIns="64008" tIns="36576" bIns="36576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35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</a:tr>
              <a:tr h="685800">
                <a:tc>
                  <a:txBody>
                    <a:bodyPr wrap="square" lIns="64008" rIns="64008" tIns="36576" bIns="36576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C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 wrap="square" lIns="64008" rIns="64008" tIns="36576" bIns="36576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28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E0009_示例柱状图"/>
          <p:cNvGraphicFramePr>
            <a:graphicFrameLocks noGrp="1"/>
          </p:cNvGraphicFramePr>
          <p:nvPr/>
        </p:nvGraphicFramePr>
        <p:xfrm>
          <a:off x="5120640" y="1737360"/>
          <a:ext cx="640080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04_继续表达你的想法">
    <p:spTree>
      <p:nvGrpSpPr>
        <p:cNvPr id="1" name=""/>
        <p:cNvGrpSpPr/>
        <p:nvPr/>
      </p:nvGrpSpPr>
      <p:grpSpPr/>
      <p:sp>
        <p:nvSpPr>
          <p:cNvPr id="2" name="E0010_主标题"/>
          <p:cNvSpPr>
            <a:spLocks noGrp="1"/>
          </p:cNvSpPr>
          <p:nvPr>
            <p:ph type="title"/>
          </p:nvPr>
        </p:nvSpPr>
        <p:spPr/>
        <p:txBody>
          <a:bodyPr wrap="square" lIns="64008" rIns="64008" tIns="36576" bIns="36576"/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/>
              <a:t>继续表达你的想法</a:t>
            </a:r>
          </a:p>
        </p:txBody>
      </p:sp>
      <p:sp>
        <p:nvSpPr>
          <p:cNvPr id="3" name="E0011_正文"/>
          <p:cNvSpPr>
            <a:spLocks noGrp="1"/>
          </p:cNvSpPr>
          <p:nvPr>
            <p:ph type="body" idx="1"/>
          </p:nvPr>
        </p:nvSpPr>
        <p:spPr/>
        <p:txBody>
          <a:bodyPr wrap="square" lIns="64008" rIns="64008" tIns="36576" bIns="36576"/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/>
              <a:t>在创作台中选择对象，用自然语言继续编辑。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7243B"/>
      </a:dk1>
      <a:lt1>
        <a:srgbClr val="FFFFFF"/>
      </a:lt1>
      <a:dk2>
        <a:srgbClr val="17243B"/>
      </a:dk2>
      <a:lt2>
        <a:srgbClr val="FFFFFF"/>
      </a:lt2>
      <a:accent1>
        <a:srgbClr val="2459A8"/>
      </a:accent1>
      <a:accent2>
        <a:srgbClr val="168C92"/>
      </a:accent2>
      <a:accent3>
        <a:srgbClr val="52627A"/>
      </a:accent3>
      <a:accent4>
        <a:srgbClr val="EDF2F8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Microsoft YaHei"/>
        <a:ea typeface="Microsoft YaHei"/>
        <a:cs typeface="Microsoft YaHei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forx-ppt.xml><?xml version="1.0" encoding="utf-8"?>
<forx:project xmlns:forx="urn:forx:ppt:project:1" parts_sha256="e66c5e328997e8ca960c07ec1cd10b39c9dbb0808740212ca9d1511a4082a120">{"format":"forx-ppt-project","version":1,"deck":{"schema_version":1,"id":"9db3c63ab3994bcf958cf415632591d4","name":"ForX PPT 创作台示例","width":13.333333,"height":7.5,"theme":{"name":"商务简洁","background":"#FFFFFF","text":"#17243B","muted":"#52627A","primary":"#2459A8","accent":"#168C92","surface":"#EDF2F8","font_title":"Microsoft YaHei","font_body":"Microsoft YaHei","title_size":32,"body_size":20,"shape":"rect","line_width":1.0},"master":{"id":"M001","name":"主母版","elements":[{"id":"E0001","name":"品牌标识","kind":"text","role":null,"box":{"x":11.233333,"y":0.15,"width":1.5,"height":0.4},"style":{"font_size":12.0,"font_family":null,"bold":null,"color":"$muted","fill":null,"line":null,"line_width":null,"align":null},"text":"FORX","shape":null,"asset_id":null,"crop":[0.0,0.0,0.0,0.0],"rows":[],"column_widths":[],"categories":[],"series":[],"chart_type":"column","children":[],"visible":true},{"id":"E0002","name":"页脚","kind":"text","role":null,"box":{"x":0.6,"y":7.05,"width":12.133333,"height":0.3},"style":{"font_size":12.0,"font_family":null,"bold":null,"color":"$muted","fill":null,"line":null,"line_width":null,"align":null},"text":"ForX PPT 插件示例 · 数据仅作演示","shape":null,"asset_id":null,"crop":[0.0,0.0,0.0,0.0],"rows":[],"column_widths":[],"categories":[],"series":[],"chart_type":"column","children":[],"visible":true}],"styles":{"title":{"font_size":null,"font_family":null,"bold":null,"color":null,"fill":null,"line":null,"line_width":null,"align":null},"body":{"font_size":null,"font_family":null,"bold":null,"color":null,"fill":null,"line":null,"line_width":null,"align":null}}},"layouts":[{"id":"L001","name":"封面","boxes":{"title":{"x":0.8,"y":2.0,"width":11.733333,"height":1.5},"body":{"x":0.85,"y":3.8,"width":11.633333,"height":1.4}},"styles":{}},{"id":"L002","name":"目录","boxes":{"title":{"x":0.6,"y":0.7,"width":12.133333,"height":0.85},"body":{"x":0.8,"y":2.0,"width":11.733333,"height":4.5}},"styles":{}},{"id":"L003","name":"标题正文","boxes":{"title":{"x":0.6,"y":0.7,"width":12.133333,"height":0.85},"body":{"x":0.6,"y":1.9,"width":12.133333,"height":4.7}},"styles":{}},{"id":"L004","name":"图文","boxes":{"title":{"x":0.6,"y":0.7,"width":12.133333,"height":0.85},"body":{"x":0.6,"y":1.9,"width":5.7666664999999995,"height":4.7}},"styles":{}},{"id":"L005","name":"结束页","boxes":{"title":{"x":0.8,"y":2.5,"width":11.733333,"height":1.5},"body":{"x":0.85,"y":4.2,"width":11.633333,"height":1.0}},"styles":{}}],"slides":[{"id":"S001","name":"ForX PPT 对话创作","layout_id":"L001","background":null,"elements":[{"id":"E0003","name":"主标题","kind":"text","role":"title","box":null,"style":{"font_size":null,"font_family":null,"bold":null,"color":null,"fill":null,"line":null,"line_width":null,"align":null},"text":"ForX PPT 对话创作","shape":null,"asset_id":null,"crop":[0.0,0.0,0.0,0.0],"rows":[],"column_widths":[],"categories":[],"series":[],"chart_type":"column","children":[],"visible":true},{"id":"E0004","name":"正文","kind":"text","role":"body","box":null,"style":{"font_size":null,"font_family":null,"bold":null,"color":null,"fill":null,"line":null,"line_width":null,"align":null},"text":"稳定编号与精准修改\n母版联动与主题切换\n导出可继续编辑的 PPTX","shape":null,"asset_id":null,"crop":[0.0,0.0,0.0,0.0],"rows":[],"column_widths":[],"categories":[],"series":[],"chart_type":"column","children":[],"visible":true}],"notes":""},{"id":"S002","name":"通过编号持续修改","layout_id":"L003","background":null,"elements":[{"id":"E0005","name":"主标题","kind":"text","role":"title","box":null,"style":{"font_size":null,"font_family":null,"bold":null,"color":null,"fill":null,"line":null,"line_width":null,"align":null},"text":"通过编号持续修改","shape":null,"asset_id":null,"crop":[0.0,0.0,0.0,0.0],"rows":[],"column_widths":[],"categories":[],"series":[],"chart_type":"column","children":[],"visible":true},{"id":"E0006","name":"正文","kind":"text","role":"body","box":null,"style":{"font_size":null,"font_family":null,"bold":null,"color":null,"fill":null,"line":null,"line_width":null,"align":null},"text":"每个页面具有稳定的 S 编号。\n每个元素具有文稿内唯一的 E 编号。\n重排页面后，仍可引用原元素编号。\n母版修改保留本页明确设置的样式。","shape":null,"asset_id":null,"crop":[0.0,0.0,0.0,0.0],"rows":[],"column_widths":[],"categories":[],"series":[],"chart_type":"column","children":[],"visible":true}],"notes":""},{"id":"S003","name":"原生表格与图表","layout_id":"L003","background":null,"elements":[{"id":"E0007","name":"主标题","kind":"text","role":"title","box":null,"style":{"font_size":null,"font_family":null,"bold":null,"color":null,"fill":null,"line":null,"line_width":null,"align":null},"text":"原生表格与图表","shape":null,"asset_id":null,"crop":[0.0,0.0,0.0,0.0],"rows":[],"column_widths":[],"categories":[],"series":[],"chart_type":"column","children":[],"visible":true},{"id":"E0008","name":"示例数据表","kind":"table","role":null,"box":{"x":0.6,"y":2.0,"width":4.4,"height":3.0},"style":{"font_size":18.0,"font_family":null,"bold":null,"color":null,"fill":null,"line":null,"line_width":null,"align":null},"text":"","shape":null,"asset_id":null,"crop":[0.0,0.0,0.0,0.0],"rows":[["分类","示例数值"],["A","20"],["B","35"],["C","28"]],"column_widths":[],"categories":[],"series":[],"chart_type":"column","children":[],"visible":true},{"id":"E0009","name":"示例柱状图","kind":"chart","role":null,"box":{"x":5.6,"y":1.9,"width":7.0,"height":3.9},"style":{"font_size":null,"font_family":null,"bold":null,"color":null,"fill":null,"line":null,"line_width":null,"align":null},"text":"示例数据，可编辑","shape":null,"asset_id":null,"crop":[0.0,0.0,0.0,0.0],"rows":[],"column_widths":[],"categories":["A","B","C"],"series":[{"name":"示例","values":[20.0,35.0,28.0]}],"chart_type":"column","children":[],"visible":true}],"notes":""},{"id":"S004","name":"继续表达你的想法","layout_id":"L005","background":null,"elements":[{"id":"E0010","name":"主标题","kind":"text","role":"title","box":null,"style":{"font_size":null,"font_family":null,"bold":null,"color":null,"fill":null,"line":null,"line_width":null,"align":null},"text":"继续表达你的想法","shape":null,"asset_id":null,"crop":[0.0,0.0,0.0,0.0],"rows":[],"column_widths":[],"categories":[],"series":[],"chart_type":"column","children":[],"visible":true},{"id":"E0011","name":"正文","kind":"text","role":"body","box":null,"style":{"font_size":null,"font_family":null,"bold":null,"color":null,"fill":null,"line":null,"line_width":null,"align":null},"text":"在创作台中选择对象，用自然语言继续编辑。","shape":null,"asset_id":null,"crop":[0.0,0.0,0.0,0.0],"rows":[],"column_widths":[],"categories":[],"series":[],"chart_type":"column","children":[],"visible":true}],"notes":""}],"counters":{"E":11,"S":4},"last_targets":[]},"assets":{}}</forx:projec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ForX PPT 创作台示例</dc:title>
  <dc:subject/>
  <dc:creator>ForX PPT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